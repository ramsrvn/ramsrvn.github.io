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01"/>
  </p:normalViewPr>
  <p:slideViewPr>
    <p:cSldViewPr snapToGrid="0">
      <p:cViewPr varScale="1">
        <p:scale>
          <a:sx n="104" d="100"/>
          <a:sy n="10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4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Findings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ID5</c:v>
                </c:pt>
                <c:pt idx="1">
                  <c:v>ID4</c:v>
                </c:pt>
                <c:pt idx="2">
                  <c:v>ID3</c:v>
                </c:pt>
                <c:pt idx="3">
                  <c:v>ID2</c:v>
                </c:pt>
                <c:pt idx="4">
                  <c:v>ID1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18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89-7F4E-A2AF-C3E278392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73037920"/>
        <c:axId val="1973073888"/>
      </c:barChart>
      <c:catAx>
        <c:axId val="1973037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073888"/>
        <c:crosses val="autoZero"/>
        <c:auto val="1"/>
        <c:lblAlgn val="ctr"/>
        <c:lblOffset val="100"/>
        <c:noMultiLvlLbl val="0"/>
      </c:catAx>
      <c:valAx>
        <c:axId val="1973073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037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81E3-C1E9-3B9B-0A2C-9496494D9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DF250-20B9-E62C-B353-1F8E15CDA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5471A-832E-9E21-AA13-9D42BC50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A5070-9921-F7AB-DD2B-C71E86A1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3C129-CFCE-8D70-A364-545976C4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A25C-BB89-49B6-9053-F7A206A0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9152-7132-4048-0FC2-10F3BE24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66AFE-1F48-089A-582A-AA9EF8DF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B4FF6-EB59-762B-5B23-157A9863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CA21F-E759-E35C-30D9-8DABB50B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8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459F-19CB-38A1-DA3C-5DFB2809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4E5ED-B681-F160-8831-8BE67193B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9179-08C0-1A2A-9DFE-67954344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24139-45F7-5C12-23C1-E5914B0F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43FE0-BBE9-E37B-6D2E-1C5FCA7A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3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85F8-4412-5B8F-FE4D-96291815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0D35A-A46A-622A-6BF6-26B33111B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8E3C2-6EFC-C00F-46F8-5A01223A3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40F3C-8C3B-0E33-9FF5-D963B75E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6F5B6-746C-E13E-9343-2EC25232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331AD-5BFF-1D4A-E6B3-A684541B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D02E-5810-2520-1B2F-C515A6F7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E3EE7-4B10-6243-41EF-0F2A4889B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CEC9D-2507-A428-1F69-0049E6452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83A8E-07C0-1988-7147-812113993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9A20F-8383-41AA-D477-9C2537721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67408-01B6-A7F2-1F74-1EBE28C0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5B9A5-4B59-9AF1-39A4-BB5E1486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AAA9A-19EF-A523-ED2A-44EC22E2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0359-CD29-0B8D-3DBD-F0DF5CAA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B26A-15E8-E31F-BE7A-C6FF30C87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25FDC-4696-BD8B-B15A-27CD8925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36F04-75C9-888D-8533-F1188DC7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5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B00E0-CC87-D7AF-E65F-324A1E72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55A1A-21E0-EEC8-ACFE-C4B62617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C49E9-00E0-13EE-F1A7-64919ABE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7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34E1-BE09-A562-365E-1C883D98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9A2C-5EB5-A87C-50E9-35C5D663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8A7CA-35BB-9625-7577-46987C13E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B03C2-E163-94A6-613C-8CB0F93C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C6049-1368-CFB4-17CE-9D5E3347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1140F-400B-1884-7C95-5A4E7B19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0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4EB3-A9AF-8EB9-0594-A4FFFE42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0D9C4F-1420-53ED-12EA-F872DC118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D8A21-7E2F-D506-1CCA-34784709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990F9-AF7F-2638-83B8-01B0B5E9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38E9D-748B-FAB5-6869-53E135EA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85F0-5E69-48A5-CDE9-92FF88FE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2A6A-84EC-EA18-6941-63794721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339E0-F465-E672-7E2E-FE252930D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88E83-0748-4806-397C-197C83D4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D994-040D-023E-E220-E9FA740A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EFAA-88BD-ECC3-0E37-F9346393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5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7E87A-79C2-FE3A-0BB1-31D57D507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C87F0-CDF9-4EFB-EF28-B3F3FD9C5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2E012-B9DA-C811-4AEC-720DD8E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AAC9-E7F2-8656-EA86-8B044B1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97E4A-33C2-FA8F-09B3-D89A7F9E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D8A80-0CF0-77E9-1344-911982C8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EC5C7-EE5B-F516-0BBE-BFAF2F00A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02F83-5A41-21D3-7860-A0277B04F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70879-5549-B54B-B9E8-0DAC587C2937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CEDE1-1E17-AD47-54E8-0A678CF8E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C4A0-2BB1-280D-033F-AEBB402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305C9-CAE5-4948-B761-59F6E5668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3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1FCBF6-3653-1168-1311-C211BABD2B30}"/>
              </a:ext>
            </a:extLst>
          </p:cNvPr>
          <p:cNvSpPr txBox="1"/>
          <p:nvPr/>
        </p:nvSpPr>
        <p:spPr>
          <a:xfrm>
            <a:off x="1567145" y="133117"/>
            <a:ext cx="1490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Unsuppressed findings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F6C8DC-31A4-07F9-F5F7-DE73F9670E36}"/>
              </a:ext>
            </a:extLst>
          </p:cNvPr>
          <p:cNvGraphicFramePr>
            <a:graphicFrameLocks noGrp="1"/>
          </p:cNvGraphicFramePr>
          <p:nvPr/>
        </p:nvGraphicFramePr>
        <p:xfrm>
          <a:off x="541403" y="1496279"/>
          <a:ext cx="40640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570926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853587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1239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5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71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3539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E8816E-8519-8D60-CB46-E66D23DD2A76}"/>
              </a:ext>
            </a:extLst>
          </p:cNvPr>
          <p:cNvGraphicFramePr>
            <a:graphicFrameLocks noGrp="1"/>
          </p:cNvGraphicFramePr>
          <p:nvPr/>
        </p:nvGraphicFramePr>
        <p:xfrm>
          <a:off x="541403" y="4972283"/>
          <a:ext cx="40640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570926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853587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0992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5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71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0833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F61135-57AD-5AB5-F1F4-83AF1FC8FA4C}"/>
              </a:ext>
            </a:extLst>
          </p:cNvPr>
          <p:cNvSpPr txBox="1"/>
          <p:nvPr/>
        </p:nvSpPr>
        <p:spPr>
          <a:xfrm>
            <a:off x="5238728" y="1226542"/>
            <a:ext cx="2370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Findings Trend As per severity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B18C14-4A03-104C-4F84-45DAC9BBD2D3}"/>
              </a:ext>
            </a:extLst>
          </p:cNvPr>
          <p:cNvSpPr txBox="1"/>
          <p:nvPr/>
        </p:nvSpPr>
        <p:spPr>
          <a:xfrm>
            <a:off x="4250459" y="3852263"/>
            <a:ext cx="1490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Suppressed findings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E64F926-C958-EC0D-398F-00BB6146381D}"/>
              </a:ext>
            </a:extLst>
          </p:cNvPr>
          <p:cNvGraphicFramePr>
            <a:graphicFrameLocks noGrp="1"/>
          </p:cNvGraphicFramePr>
          <p:nvPr/>
        </p:nvGraphicFramePr>
        <p:xfrm>
          <a:off x="8672947" y="986145"/>
          <a:ext cx="263832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581">
                  <a:extLst>
                    <a:ext uri="{9D8B030D-6E8A-4147-A177-3AD203B41FA5}">
                      <a16:colId xmlns:a16="http://schemas.microsoft.com/office/drawing/2014/main" val="757092655"/>
                    </a:ext>
                  </a:extLst>
                </a:gridCol>
                <a:gridCol w="659581">
                  <a:extLst>
                    <a:ext uri="{9D8B030D-6E8A-4147-A177-3AD203B41FA5}">
                      <a16:colId xmlns:a16="http://schemas.microsoft.com/office/drawing/2014/main" val="4185358740"/>
                    </a:ext>
                  </a:extLst>
                </a:gridCol>
                <a:gridCol w="659581">
                  <a:extLst>
                    <a:ext uri="{9D8B030D-6E8A-4147-A177-3AD203B41FA5}">
                      <a16:colId xmlns:a16="http://schemas.microsoft.com/office/drawing/2014/main" val="425354820"/>
                    </a:ext>
                  </a:extLst>
                </a:gridCol>
                <a:gridCol w="659581">
                  <a:extLst>
                    <a:ext uri="{9D8B030D-6E8A-4147-A177-3AD203B41FA5}">
                      <a16:colId xmlns:a16="http://schemas.microsoft.com/office/drawing/2014/main" val="1186382640"/>
                    </a:ext>
                  </a:extLst>
                </a:gridCol>
              </a:tblGrid>
              <a:tr h="446503">
                <a:tc>
                  <a:txBody>
                    <a:bodyPr/>
                    <a:lstStyle/>
                    <a:p>
                      <a:r>
                        <a:rPr lang="en-US" sz="1200" dirty="0"/>
                        <a:t>Finding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Findings </a:t>
                      </a:r>
                      <a:r>
                        <a:rPr lang="en-US" sz="1200" dirty="0" err="1"/>
                        <a:t>COunt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52141"/>
                  </a:ext>
                </a:extLst>
              </a:tr>
              <a:tr h="255145">
                <a:tc>
                  <a:txBody>
                    <a:bodyPr/>
                    <a:lstStyle/>
                    <a:p>
                      <a:r>
                        <a:rPr lang="en-US" sz="1200" dirty="0"/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716669"/>
                  </a:ext>
                </a:extLst>
              </a:tr>
              <a:tr h="255145">
                <a:tc>
                  <a:txBody>
                    <a:bodyPr/>
                    <a:lstStyle/>
                    <a:p>
                      <a:r>
                        <a:rPr lang="en-US" sz="1200" dirty="0"/>
                        <a:t>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3309"/>
                  </a:ext>
                </a:extLst>
              </a:tr>
              <a:tr h="255145">
                <a:tc>
                  <a:txBody>
                    <a:bodyPr/>
                    <a:lstStyle/>
                    <a:p>
                      <a:r>
                        <a:rPr lang="en-US" sz="1200" dirty="0"/>
                        <a:t>ID3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353935"/>
                  </a:ext>
                </a:extLst>
              </a:tr>
              <a:tr h="255145">
                <a:tc>
                  <a:txBody>
                    <a:bodyPr/>
                    <a:lstStyle/>
                    <a:p>
                      <a:r>
                        <a:rPr lang="en-US" sz="1200" dirty="0"/>
                        <a:t>ID4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87866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5DD15B8-F0AC-224A-9EDE-869621700210}"/>
              </a:ext>
            </a:extLst>
          </p:cNvPr>
          <p:cNvGraphicFramePr>
            <a:graphicFrameLocks noGrp="1"/>
          </p:cNvGraphicFramePr>
          <p:nvPr/>
        </p:nvGraphicFramePr>
        <p:xfrm>
          <a:off x="8672947" y="4066623"/>
          <a:ext cx="2803832" cy="253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958">
                  <a:extLst>
                    <a:ext uri="{9D8B030D-6E8A-4147-A177-3AD203B41FA5}">
                      <a16:colId xmlns:a16="http://schemas.microsoft.com/office/drawing/2014/main" val="757092655"/>
                    </a:ext>
                  </a:extLst>
                </a:gridCol>
                <a:gridCol w="700958">
                  <a:extLst>
                    <a:ext uri="{9D8B030D-6E8A-4147-A177-3AD203B41FA5}">
                      <a16:colId xmlns:a16="http://schemas.microsoft.com/office/drawing/2014/main" val="4185358740"/>
                    </a:ext>
                  </a:extLst>
                </a:gridCol>
                <a:gridCol w="700958">
                  <a:extLst>
                    <a:ext uri="{9D8B030D-6E8A-4147-A177-3AD203B41FA5}">
                      <a16:colId xmlns:a16="http://schemas.microsoft.com/office/drawing/2014/main" val="425354820"/>
                    </a:ext>
                  </a:extLst>
                </a:gridCol>
                <a:gridCol w="700958">
                  <a:extLst>
                    <a:ext uri="{9D8B030D-6E8A-4147-A177-3AD203B41FA5}">
                      <a16:colId xmlns:a16="http://schemas.microsoft.com/office/drawing/2014/main" val="40485140"/>
                    </a:ext>
                  </a:extLst>
                </a:gridCol>
              </a:tblGrid>
              <a:tr h="807056">
                <a:tc>
                  <a:txBody>
                    <a:bodyPr/>
                    <a:lstStyle/>
                    <a:p>
                      <a:r>
                        <a:rPr lang="en-US" sz="1200" dirty="0"/>
                        <a:t>Finding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Findings </a:t>
                      </a:r>
                      <a:r>
                        <a:rPr lang="en-US" sz="1200" dirty="0" err="1"/>
                        <a:t>COunt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52141"/>
                  </a:ext>
                </a:extLst>
              </a:tr>
              <a:tr h="422336">
                <a:tc>
                  <a:txBody>
                    <a:bodyPr/>
                    <a:lstStyle/>
                    <a:p>
                      <a:r>
                        <a:rPr lang="en-US" sz="1200" dirty="0"/>
                        <a:t>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716669"/>
                  </a:ext>
                </a:extLst>
              </a:tr>
              <a:tr h="422336">
                <a:tc>
                  <a:txBody>
                    <a:bodyPr/>
                    <a:lstStyle/>
                    <a:p>
                      <a:r>
                        <a:rPr lang="en-US" sz="1200" dirty="0"/>
                        <a:t>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3309"/>
                  </a:ext>
                </a:extLst>
              </a:tr>
              <a:tr h="422336">
                <a:tc>
                  <a:txBody>
                    <a:bodyPr/>
                    <a:lstStyle/>
                    <a:p>
                      <a:r>
                        <a:rPr lang="en-US" sz="1200" dirty="0"/>
                        <a:t>ID3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353935"/>
                  </a:ext>
                </a:extLst>
              </a:tr>
              <a:tr h="448365">
                <a:tc>
                  <a:txBody>
                    <a:bodyPr/>
                    <a:lstStyle/>
                    <a:p>
                      <a:r>
                        <a:rPr lang="en-US" sz="1200" dirty="0"/>
                        <a:t>ID4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8786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20E6A97-B72E-F0A9-A4A1-51061456892A}"/>
              </a:ext>
            </a:extLst>
          </p:cNvPr>
          <p:cNvSpPr txBox="1"/>
          <p:nvPr/>
        </p:nvSpPr>
        <p:spPr>
          <a:xfrm>
            <a:off x="9105878" y="557428"/>
            <a:ext cx="2370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Top 10 Findings sorted by Level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9B99EE-7BF7-F75A-5253-A88B67A5E65B}"/>
              </a:ext>
            </a:extLst>
          </p:cNvPr>
          <p:cNvSpPr txBox="1"/>
          <p:nvPr/>
        </p:nvSpPr>
        <p:spPr>
          <a:xfrm>
            <a:off x="8940371" y="3729153"/>
            <a:ext cx="2370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Top 10 Findings sorted by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08B3E8-AF64-DFC1-4E62-E4657E42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62" y="1507808"/>
            <a:ext cx="2542578" cy="19151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918B41-4974-8F09-CB71-A72744513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70" y="4673864"/>
            <a:ext cx="2542578" cy="191518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D0B4A02-FCF1-20EB-19D1-4148AD2CBBC9}"/>
              </a:ext>
            </a:extLst>
          </p:cNvPr>
          <p:cNvSpPr txBox="1"/>
          <p:nvPr/>
        </p:nvSpPr>
        <p:spPr>
          <a:xfrm>
            <a:off x="5442209" y="4404640"/>
            <a:ext cx="2370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Findings Trend As per severity </a:t>
            </a:r>
          </a:p>
        </p:txBody>
      </p:sp>
    </p:spTree>
    <p:extLst>
      <p:ext uri="{BB962C8B-B14F-4D97-AF65-F5344CB8AC3E}">
        <p14:creationId xmlns:p14="http://schemas.microsoft.com/office/powerpoint/2010/main" val="315278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0FD934F-F8F4-361A-CA37-2DEE6713D1ED}"/>
              </a:ext>
            </a:extLst>
          </p:cNvPr>
          <p:cNvGraphicFramePr>
            <a:graphicFrameLocks/>
          </p:cNvGraphicFramePr>
          <p:nvPr/>
        </p:nvGraphicFramePr>
        <p:xfrm>
          <a:off x="2373029" y="1071563"/>
          <a:ext cx="8671209" cy="3799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0453BB8-AD78-B985-43A6-E048781B16DD}"/>
              </a:ext>
            </a:extLst>
          </p:cNvPr>
          <p:cNvSpPr txBox="1"/>
          <p:nvPr/>
        </p:nvSpPr>
        <p:spPr>
          <a:xfrm>
            <a:off x="779745" y="1071563"/>
            <a:ext cx="17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Findings IDs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68F4818-AD6D-D9F7-8D01-5C150EBF4B90}"/>
              </a:ext>
            </a:extLst>
          </p:cNvPr>
          <p:cNvSpPr/>
          <p:nvPr/>
        </p:nvSpPr>
        <p:spPr>
          <a:xfrm>
            <a:off x="1484055" y="4542228"/>
            <a:ext cx="530483" cy="205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A69F59-45AF-2E54-B733-84E66DDAA506}"/>
              </a:ext>
            </a:extLst>
          </p:cNvPr>
          <p:cNvSpPr txBox="1"/>
          <p:nvPr/>
        </p:nvSpPr>
        <p:spPr>
          <a:xfrm>
            <a:off x="283466" y="4501335"/>
            <a:ext cx="12005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Findings count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61D9ABB8-B00D-C0F1-EA29-AE9556E76F14}"/>
              </a:ext>
            </a:extLst>
          </p:cNvPr>
          <p:cNvSpPr/>
          <p:nvPr/>
        </p:nvSpPr>
        <p:spPr>
          <a:xfrm rot="5400000">
            <a:off x="848796" y="1977598"/>
            <a:ext cx="1085850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A65D9-16E1-86F9-EF14-4E8B47C4F7AD}"/>
              </a:ext>
            </a:extLst>
          </p:cNvPr>
          <p:cNvSpPr txBox="1"/>
          <p:nvPr/>
        </p:nvSpPr>
        <p:spPr>
          <a:xfrm>
            <a:off x="9486900" y="1628775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2E6784-46AF-E9DE-E3BD-88647570DD11}"/>
              </a:ext>
            </a:extLst>
          </p:cNvPr>
          <p:cNvSpPr txBox="1"/>
          <p:nvPr/>
        </p:nvSpPr>
        <p:spPr>
          <a:xfrm>
            <a:off x="8758237" y="2243524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DAFC28-AB83-E4A2-B889-E53AAC8AE680}"/>
              </a:ext>
            </a:extLst>
          </p:cNvPr>
          <p:cNvSpPr txBox="1"/>
          <p:nvPr/>
        </p:nvSpPr>
        <p:spPr>
          <a:xfrm>
            <a:off x="6224587" y="2786449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64583-758C-12BF-88A0-1B6C962ADD58}"/>
              </a:ext>
            </a:extLst>
          </p:cNvPr>
          <p:cNvSpPr txBox="1"/>
          <p:nvPr/>
        </p:nvSpPr>
        <p:spPr>
          <a:xfrm>
            <a:off x="4462462" y="3429000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B00AC2-4447-1344-5CDB-6275093F2ED7}"/>
              </a:ext>
            </a:extLst>
          </p:cNvPr>
          <p:cNvSpPr txBox="1"/>
          <p:nvPr/>
        </p:nvSpPr>
        <p:spPr>
          <a:xfrm>
            <a:off x="3414712" y="4024312"/>
            <a:ext cx="7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374563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Macintosh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Sharwan Ram, Fnu</dc:creator>
  <cp:lastModifiedBy>Sharwan Ram, Fnu</cp:lastModifiedBy>
  <cp:revision>1</cp:revision>
  <dcterms:created xsi:type="dcterms:W3CDTF">2024-07-18T16:08:25Z</dcterms:created>
  <dcterms:modified xsi:type="dcterms:W3CDTF">2024-07-18T16:09:16Z</dcterms:modified>
</cp:coreProperties>
</file>